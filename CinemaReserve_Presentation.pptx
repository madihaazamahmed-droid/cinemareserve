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C4E8"/>
                </a:solidFill>
              </a:rPr>
              <a:t>H.K.E Society's Poojya Doddappa Appa College of Engineering, Kalaburagi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CINEMA RESERVE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Full Stack Web Development Internship Report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E8"/>
                </a:solidFill>
              </a:rPr>
              <a:t>Submitted by: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MADIHA AZAM  (USN: 3PD22CG048)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E8"/>
                </a:solidFill>
              </a:rPr>
              <a:t>Guide: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Dr. Anita Harsoor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E8"/>
                </a:solidFill>
              </a:rPr>
              <a:t>Training Organization: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JSpiders, Bengaluru  |  Jan 22 – May 22,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B96"/>
                </a:solidFill>
              </a:rPr>
              <a:t>Department of Computer Science &amp; Engineering (CSD)  •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978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Introduction &amp; 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About JSpiders – Internship Organization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46504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46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764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Training Plan &amp; Learning Outcomes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39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Technologies Used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328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944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Frontend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19272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19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Backend Development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12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730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05656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056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123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98848"/>
            <a:ext cx="384048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988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517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Admin Module &amp;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960120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9601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93792" y="978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System Modules Overview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1353312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3533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Working of the System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1746504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746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93792" y="1764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Screenshots – Dashboard &amp; Login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139696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139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93792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Screenshots – Movies &amp; Theaters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532888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5328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93792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Screenshots – Users &amp; Movie Detail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2926080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9260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93792" y="2944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Existing vs Proposed System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319272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319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93792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Expected Outcomes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3712464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712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93792" y="3730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Skills Gained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4105656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1056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193792" y="4123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54880" y="4498848"/>
            <a:ext cx="38404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4988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93792" y="4517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Chapter 1 – Context &amp; 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The digital revolution has transformed how people book tickets for movies, travel, and events.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916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Traditional manual booking is slow, error-prone, and lacks real-time updates, leading to overbooking, delayed confirmation, and poor user experience.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6916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"CINEMA RESERVE" — a full-stack web app that automates scheduling, seat selection, online booking, payment handling, and cancellation management.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6324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47472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15-week Full Stack (JAVA) Internship at JSpiders, Bengaluru in collaboration with VTU Belagavi, combining theory and hands-on project 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06324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Outcome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347472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 complete, scalable, role-based ticket booking platform covering Admin and User modules with RESTful APIs and MVC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Challenges in Traditional Ticket Booking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Manual booking methods rely on handwritten records and offline counters — prone to human error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350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 real-time seat availability synchronization leads to overbooking and booking conflicts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11096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47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Long waiting times at counters during peak hours frustrate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59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Lack of centralized database makes data scattered and difficult to manage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71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Missing advanced features: online payments, booking history, cancellation tracking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447288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Reports require manual calculation — slow and unreliable for decision-making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953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Systems are not responsive or mobile-friendly, limiting accessibility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471416"/>
            <a:ext cx="228600" cy="228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Security gaps leave customer and transaction data vulnerable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JSpiders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Internship Organization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JSpiders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C4E8"/>
                </a:solidFill>
              </a:rPr>
              <a:t>Test Yantra Software Solutions Pvt Ltd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347472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</a:rPr>
              <a:t>15 Weeks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5740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Internship Duration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347472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24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</a:rPr>
              <a:t>Offline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 of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36976"/>
            <a:ext cx="347472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826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</a:rPr>
              <a:t>Bengaluru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57400" y="3346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Training Location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895344"/>
            <a:ext cx="347472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410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</a:rPr>
              <a:t>VTU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5740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University Partner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822960"/>
            <a:ext cx="4206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Industry-oriented 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1338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Programmes designed per current IT industry standards, bridging academic and real-world skills.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591056"/>
            <a:ext cx="4206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6367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Full-Stack Development focus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901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Java, Spring Boot, Hibernate/JPA, MySQL, HTML, CSS, Bootstrap, JavaScript — all covered.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59152"/>
            <a:ext cx="4206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04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3 Core Domains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2670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Full Stack Web Development, Python &amp; Data Science, and React JS.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127248"/>
            <a:ext cx="4206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72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Hands-on approach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34381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Classroom sessions → Coding exercises → Mini-projects → Final project implementation.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895344"/>
            <a:ext cx="4206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Outcome-based learning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Regular evaluation through assignments, projects, and technical discussions.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Plan &amp; Schedule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Chapter 3 – Internship Programme Structure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Bootstrap, JavaScript — responsive UI &amp; form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Java, Spring Boot, Hibernate/JPA, REST APIs, Maven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SQL queries, DB connectivity, schema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Stack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CRUD operations, MVC architecture, role-based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CINEMA RESERVE — end-to-end implementation &amp;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869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0" y="8869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Topics Covered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8869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Key Learning Outcomes: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429768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Practical full-stack development skills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42032" y="429768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063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Industry coding standards &amp; best practices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18304" y="429768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4690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Team collaboration &amp; deadline management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94576" y="429768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2317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Analytical &amp; problem-solving abilities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Full Stack Development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011680" cy="457200"/>
          </a:xfrm>
          <a:prstGeom prst="rect">
            <a:avLst/>
          </a:prstGeom>
          <a:solidFill>
            <a:srgbClr val="1B8FDB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95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173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DB"/>
                </a:solidFill>
              </a:rPr>
              <a:t>HTML5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1031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031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DB"/>
                </a:solidFill>
              </a:rPr>
              <a:t>CSS3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7889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DB"/>
                </a:solidFill>
              </a:rPr>
              <a:t>Bootstrap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34747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474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DB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41448" y="777240"/>
            <a:ext cx="201168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41448" y="777240"/>
            <a:ext cx="2011680" cy="45720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48" y="795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51176" y="14173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1176" y="14173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Java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51176" y="21031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21031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Spring Boot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1176" y="27889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Hibernate/JPA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51176" y="34747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3474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REST APIs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8576" y="777240"/>
            <a:ext cx="201168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8576" y="777240"/>
            <a:ext cx="2011680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795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18304" y="14173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4173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MySQL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18304" y="21031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1031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SQL Queries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18304" y="27889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CRUD Ops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34747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474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ORM Mapping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75704" y="777240"/>
            <a:ext cx="201168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75704" y="777240"/>
            <a:ext cx="2011680" cy="457200"/>
          </a:xfrm>
          <a:prstGeom prst="rect">
            <a:avLst/>
          </a:prstGeom>
          <a:solidFill>
            <a:srgbClr val="DB4437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75704" y="795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85432" y="14173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85432" y="14173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4437"/>
                </a:solidFill>
              </a:rPr>
              <a:t>Maven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85432" y="21031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85432" y="21031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4437"/>
                </a:solidFill>
              </a:rPr>
              <a:t>JWT/Session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85432" y="27889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85432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4437"/>
                </a:solidFill>
              </a:rPr>
              <a:t>Postman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85432" y="3474720"/>
            <a:ext cx="1792224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3474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4437"/>
                </a:solidFill>
              </a:rPr>
              <a:t>Git/GitHub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Architecture: MVC (Model–View–Controller)  •  Communication: RESTful APIs  •  Security: JWT / Session Tokens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Three-Tier MVC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97280" y="822960"/>
            <a:ext cx="6949440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859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521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Register · Login · Search · Book · Pay · Cancel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27432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600200"/>
            <a:ext cx="6949440" cy="640080"/>
          </a:xfrm>
          <a:prstGeom prst="rect">
            <a:avLst/>
          </a:prstGeom>
          <a:solidFill>
            <a:srgbClr val="1B8FDB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636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9293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HTML5 · CSS3 · Bootstrap · JavaScript  →  Responsive Web Interface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240280"/>
            <a:ext cx="27432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377440"/>
            <a:ext cx="6949440" cy="64008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LAYER (Spring Boot)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70662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Logic · RESTful APIs · Authentication · Booking 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3017520"/>
            <a:ext cx="27432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154680"/>
            <a:ext cx="6949440" cy="6400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191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LAYER (MySQL)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838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Users · Schedules · Bookings · Payments · Transactions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85800" cy="640080"/>
          </a:xfrm>
          <a:prstGeom prst="rect">
            <a:avLst/>
          </a:prstGeom>
          <a:solidFill>
            <a:srgbClr val="DB4437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77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138160" y="2377440"/>
            <a:ext cx="68580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377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PAYMENT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GATEWAY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3977640"/>
            <a:ext cx="4572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OUTPUT: Booking Confirmation  ·  E-Ticket  ·  Booking History  ·  Payment Receipt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Flow: User → Frontend → Backend → Database → Backend → Frontend → User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Responsive User Interface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Responsive Homepage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Designed with Bootstrap grid for seamless display on desktop, tablet, and mobile devices.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68680"/>
            <a:ext cx="109728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Ticket Search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Dynamic search form with real-time filtering by date, destination, and category.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94560"/>
            <a:ext cx="109728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860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Seat Selection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6060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Interactive seat map interface for selecting and booking available seats.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194560"/>
            <a:ext cx="109728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2860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User Registration / Login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Secure forms with client-side validation and user-friendly error messages.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0440"/>
            <a:ext cx="109728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118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Centralized management interface for schedules, users, bookings, and reports.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20440"/>
            <a:ext cx="109728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118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Dynamic Content Rendering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31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JavaScript-powered live updates and API-driven data rendering without page reload.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Technologies: HTML5  ·  CSS3  ·  Bootstrap  ·  JavaScript  ·  RESTful API Calls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Java · Spring Boot · Hibernate/JPA · REST APIs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265176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22960"/>
            <a:ext cx="2651760" cy="43891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RESTful APIs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58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Ticket booking endpoints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58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auth APIs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58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58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Seat availability APIs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58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Payment endpoints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65176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822960"/>
            <a:ext cx="2651760" cy="438912"/>
          </a:xfrm>
          <a:prstGeom prst="rect">
            <a:avLst/>
          </a:prstGeom>
          <a:solidFill>
            <a:srgbClr val="1B8FDB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412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FD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MVC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FD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Booking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FD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Seat conflict checks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FD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749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FD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Exception handling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822960"/>
            <a:ext cx="265176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822960"/>
            <a:ext cx="2651760" cy="438912"/>
          </a:xfrm>
          <a:prstGeom prst="rect">
            <a:avLst/>
          </a:prstGeom>
          <a:solidFill>
            <a:srgbClr val="DB4437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8412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4437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/ Session tokens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4437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Password encryption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4437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Protected routes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4437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Admin authorization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749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4437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Secure data flow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</a:rPr>
              <a:t>Spring Boot auto-configures the application context  ·  Hibernate/JPA maps Java objects to DB tables  ·  Maven manages dependencies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MySQL – Relational Schema &amp; Tables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user_id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password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029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mobile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1148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schedule_id (PK)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route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029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timing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seats_total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seats_available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2029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fare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41148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88036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319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booking_id (PK)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user_id (FK)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087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schedule_id (FK)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14600" y="3319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seat_no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3703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booking_date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4087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880360"/>
            <a:ext cx="41148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88036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319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payment_id (PK)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703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booking_id (FK)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4087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amount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3319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method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3703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status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4087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timestamp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Hibernate/JPA provides Object-Relational Mapping  ·  Relationships designed for data consistency and efficient retrieval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Authentication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Secure Login &amp; Role-Based Access Control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868680"/>
            <a:ext cx="7726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960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Register: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User submits registration form with name, email, password &amp; mobile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9144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4592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1645920"/>
            <a:ext cx="7726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Encrypt: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Password is hashed (BCrypt) before being stored in the database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194560"/>
            <a:ext cx="9144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2316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2423160"/>
            <a:ext cx="7726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Login: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User provides credentials; backend validates against stored hash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2971800"/>
            <a:ext cx="9144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0040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51560" y="3200400"/>
            <a:ext cx="7726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291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Token: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JWT / Session token generated and returned to the frontend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749040"/>
            <a:ext cx="9144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97764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51560" y="3977640"/>
            <a:ext cx="7726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069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Authorize: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Role verified (User / Admin) to grant appropriate module access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Roles: USER (book tickets, view history) vs ADMIN (manage all schedules, bookings, users, reports)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Centralized Dashboard &amp; Management Functions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🎬 Movies / Events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Add, update, delete events. Manage genres, languages, duration, and release dates.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96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🏟 Theater / 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2801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Manage venues, screens, locations. Add new theaters with seat configurations.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82296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896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📅 Schedule Mgmt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2801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and manage show timings, route assignments, seat availability updates.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👥 User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View all registered users, block/unblock accounts, manage user roles.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📊 Bookings &amp; 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View all bookings, transaction history, revenue reports, and seat occupancy.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💳 Payment Tracking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Monitor payment status, transaction records, and generate billing summaries.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All admin functions accessible via a secure centralized dashboard with role-based authorization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Modules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Functional Components of Cinema Reserve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502920" cy="914400"/>
          </a:xfrm>
          <a:prstGeom prst="rect">
            <a:avLst/>
          </a:prstGeom>
          <a:solidFill>
            <a:srgbClr val="1B8FDB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DB"/>
                </a:solidFill>
              </a:rPr>
              <a:t>User 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Registration, login, password encryption, session/token management, RBAC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822960"/>
            <a:ext cx="502920" cy="91440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9144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Schedule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Add/update schedules, manage routes, timings, seat availability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847088"/>
            <a:ext cx="502920" cy="9144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4708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19385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Booking &amp; Seat Mgmt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2585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Ticket booking, cancellation, seat selection, real-time availability updates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847088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847088"/>
            <a:ext cx="502920" cy="914400"/>
          </a:xfrm>
          <a:prstGeom prst="rect">
            <a:avLst/>
          </a:prstGeom>
          <a:solidFill>
            <a:srgbClr val="DB4437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84708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19385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4437"/>
                </a:solidFill>
              </a:rPr>
              <a:t>Customer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2585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User profiles, booking history, account management, service efficiency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871216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871216"/>
            <a:ext cx="50292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7121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29626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Payment &amp; Billing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2826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Auto ticket generation, payment processing, transaction records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2871216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871216"/>
            <a:ext cx="502920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87121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29626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2826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Central control, manage users, bookings, payments, analytics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895344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895344"/>
            <a:ext cx="502920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89534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39867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Reporting Module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3068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Booking reports, revenue analytics, seat occupancy, performance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3895344"/>
            <a:ext cx="4114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3895344"/>
            <a:ext cx="502920" cy="9144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89534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12080" y="39867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Responsive UI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43068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</a:rPr>
              <a:t>Mobile-friendly layout, smooth navigation, dynamic updates, accessibility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of the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End-to-End Booking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621792"/>
            <a:ext cx="731520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62179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User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User opens app in browser. Homepage shows movies, schedules, search options.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621792"/>
            <a:ext cx="731520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62179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29844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User registers / logs in. Credentials verified by backend; token issued.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82296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621792"/>
            <a:ext cx="731520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62179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Browse &amp;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29844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User searches routes/movies. Backend fetches real-time data from MySQL.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2542032"/>
            <a:ext cx="731520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2542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834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Seat Selection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321868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User picks available seats. System checks availability in real-time.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2542032"/>
            <a:ext cx="731520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542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2834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Booking &amp; Payment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21868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Backend validates, confirms booking, processes payment, updates DB.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74320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2542032"/>
            <a:ext cx="731520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542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834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Confirmation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0488" y="321868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E-ticket generated, booking stored, confirmation displayed to user.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6CA8"/>
                </a:solidFill>
              </a:rPr>
              <a:t>Overall Flow: User → Frontend → REST API → Backend → MySQL → Backend → Frontend → User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Screenshots – Dashboard &amp; Login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Application User Interface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120640" cy="3200400"/>
          </a:xfrm>
          <a:prstGeom prst="rect">
            <a:avLst/>
          </a:prstGeom>
          <a:solidFill>
            <a:srgbClr val="0A0F1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51206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🎬 CinemaReserve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822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Login   Register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CB"/>
                </a:solidFill>
              </a:rPr>
              <a:t>Book Your Favorite Movies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Fast • Secure • Premium Experience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993392"/>
            <a:ext cx="1554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Browse Movies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137160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The Dark Knight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3401568"/>
            <a:ext cx="1005840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01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Book Now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03120" y="2423160"/>
            <a:ext cx="137160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3090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Inception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0" y="3401568"/>
            <a:ext cx="1005840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3401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Book Now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03320" y="2423160"/>
            <a:ext cx="137160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090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Avengers: Endgame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86200" y="3401568"/>
            <a:ext cx="1005840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401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Book Now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4069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2CB"/>
                </a:solidFill>
              </a:rPr>
              <a:t>Fig 5.1 – Homepage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822960"/>
            <a:ext cx="3154680" cy="3200400"/>
          </a:xfrm>
          <a:prstGeom prst="rect">
            <a:avLst/>
          </a:prstGeom>
          <a:solidFill>
            <a:srgbClr val="0A0F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005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Welcome Back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60720" y="1444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Sign in to continue booking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1828800"/>
            <a:ext cx="28803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admin@gmail.com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2240280"/>
            <a:ext cx="28803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• • • 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2697480"/>
            <a:ext cx="269748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 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3154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Forgot Password?    Create Account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40690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CF6"/>
                </a:solidFill>
              </a:rPr>
              <a:t>Fig 5.2 – Admin/User Login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Screenshots – Movies &amp; Theaters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Admin Management Interfaces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120640" cy="3200400"/>
          </a:xfrm>
          <a:prstGeom prst="rect">
            <a:avLst/>
          </a:prstGeom>
          <a:solidFill>
            <a:srgbClr val="0A0F1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🎬 Movies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731520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+ Add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NAME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GENRE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DURATION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ACTIONS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554480"/>
            <a:ext cx="5029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600200"/>
            <a:ext cx="3200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6733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The Dark Knight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1655064"/>
            <a:ext cx="82296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655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action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0" y="16733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02:30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655064"/>
            <a:ext cx="594360" cy="23774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550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Delete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" y="2121408"/>
            <a:ext cx="5029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167128"/>
            <a:ext cx="3200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240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Inception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4520" y="2221992"/>
            <a:ext cx="82296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2221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Sci-Fi/Thriller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0" y="22402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22:08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221992"/>
            <a:ext cx="594360" cy="23774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2219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Delete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2688336"/>
            <a:ext cx="5029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734056"/>
            <a:ext cx="3200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Avengers: Endgame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74520" y="2788920"/>
            <a:ext cx="82296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27889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action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00400" y="2807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02:45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788920"/>
            <a:ext cx="594360" cy="23774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7889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Delete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4069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2CB"/>
                </a:solidFill>
              </a:rPr>
              <a:t>Fig 5.3 – Movies Management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822960"/>
            <a:ext cx="3154680" cy="3200400"/>
          </a:xfrm>
          <a:prstGeom prst="rect">
            <a:avLst/>
          </a:prstGeom>
          <a:solidFill>
            <a:srgbClr val="0A0F1C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914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🏟 Manage Theaters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914400"/>
            <a:ext cx="731520" cy="27432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914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 Add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15000" y="1325880"/>
            <a:ext cx="3063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0720" y="1362456"/>
            <a:ext cx="7315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13716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PVR Orion Mall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16550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📍 Rajajinagar, Bengaluru, KA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715000" y="2240280"/>
            <a:ext cx="3063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2276856"/>
            <a:ext cx="7315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22860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Cinepolis Nexus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25694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📍 Whitefield, Bengaluru, KA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715000" y="3154680"/>
            <a:ext cx="3063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0" y="3191256"/>
            <a:ext cx="7315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32004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INOX Garuda Mall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34838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📍 Magrath Rd, Bengaluru, KA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69280" y="40690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9D58"/>
                </a:solidFill>
              </a:rPr>
              <a:t>Fig 5.4 – Manage Theaters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vs Proposed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Why Cinema Reserve?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Existing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Proposed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350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Manual booking — prone to human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350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Automated booking — accurate and fast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746504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No real-time seat availability updates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746504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83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Real-time seat sync prevents overbooking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311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Long queues at physical counters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2311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Book anytime, anywhere via web/mobile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64261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79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Scattered, non-centralized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64261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679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Centralized MySQL database for all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090672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27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No secure authentication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090672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27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JWT/Session-based role-based access control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753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No online payment integration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53872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5753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Integrated payment gateway with confirmation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23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Manual report generation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986784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4023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Auto-generated reports and analytics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71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Not mobile-friendly or responsive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43484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471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Fully responsive Bootstrap UI for all devices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Key Takeaways &amp; 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The "CINEMA RESERVE" system successfully demonstrates a complete full-stack web application that automates and simplifies ticket booking operations for both users and administrators.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544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🏗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MVC three-tier architecture with clean separation of frontend, backend, and database layers.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5544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⚡ Efficiency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96596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Eliminates manual effort — automated booking, seat allocation, billing, and reporting.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5544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🔐 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96596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Role-based access control, JWT authentication, and password encryption protect all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63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📱 Accessibility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47472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Fully responsive Bootstrap design works seamlessly across all devices and screen sizes.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97180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3063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🛠 Tech 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347472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Gained practical expertise in Java, Spring Boot, Hibernate/JPA, MySQL, REST APIs, and more.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97180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3063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🎓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347472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Bridged the gap between academic concepts and real-world software engineering practices.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This project provided a strong foundation for real-world software development and full-stack engineering careers.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</a:rPr>
              <a:t>Official Documentation &amp; Learning Resources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9418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Java Documentation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52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https://docs.oracle.com/javase/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647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Spring Boot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756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https://spring.io/projects/spring-boot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87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Hibernate 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986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https://hibernate.org/orm/documentation/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10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MySQL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https://dev.mysql.com/doc/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9768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2336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MDN Web Docs (HTML/CSS/JS)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5445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https://developer.mozilla.org/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86868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00584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9418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Bootstrap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1252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https://getbootstrap.com/docs/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69164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82880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7647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W3Schools Tutorials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20756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https://www.w3schools.com/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51460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65176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587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REST API Concepts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28986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https://restfulapi.net/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33756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47472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3410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Git &amp; GitHub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57800" y="37216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https://docs.github.com/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160520"/>
            <a:ext cx="41148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4297680"/>
            <a:ext cx="384048" cy="3840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42336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JSpiders Training Institute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57800" y="45445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CA8"/>
                </a:solidFill>
              </a:rPr>
              <a:t>https://jspiders.com/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0" y="4709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CA8"/>
                </a:solidFill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 Reserve - Internship Report</dc:title>
  <dc:subject>PptxGenJS Presentation</dc:subject>
  <dc:creator>PptxGenJS</dc:creator>
  <cp:lastModifiedBy>PptxGenJS</cp:lastModifiedBy>
  <cp:revision>1</cp:revision>
  <dcterms:created xsi:type="dcterms:W3CDTF">2026-05-18T19:16:28Z</dcterms:created>
  <dcterms:modified xsi:type="dcterms:W3CDTF">2026-05-18T19:16:28Z</dcterms:modified>
</cp:coreProperties>
</file>